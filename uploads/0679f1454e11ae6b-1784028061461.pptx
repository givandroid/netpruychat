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D199-7723-63C1-D759-6B46B8918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7ED57-ABD2-A2FB-A476-5C304BBEB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0E4B1-D1E7-7EAD-E2CC-8207618C6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3304E-D139-4FF4-9C22-25EC261F12D6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CFAD4-8842-9462-5CE6-4889BCDE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E4560-651A-0F76-C389-502A262F8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47CC-1489-4B09-9DBF-6ADD538914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192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011B-5BC1-E4A1-4096-4FD0BBEE2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9CAC3-E3E7-3DF0-81AA-399BFB250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30315-F83E-7DD0-978D-414E29D5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3304E-D139-4FF4-9C22-25EC261F12D6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85E38-B65C-5C36-8755-97B265E0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97404-1066-23D7-D928-37823D3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47CC-1489-4B09-9DBF-6ADD538914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791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21CE7-EDD6-57A9-2575-D1143E8F7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8EA14-BB2F-0CEB-2A43-2DB2DC897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A7832-9929-E38C-F7E9-68F23F0DC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3304E-D139-4FF4-9C22-25EC261F12D6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4D75D-CB06-31AB-DBC6-7FFDA3EF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0BC47-07D2-EFB8-834D-D7F02777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47CC-1489-4B09-9DBF-6ADD538914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618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05AEF-7C70-5F1D-C2B0-D82E545A4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A68FD-AEDA-FDAE-390B-907ADDE44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5CFFA-4D9E-055D-4E85-91BBBA1B2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0E370-DDC7-7413-CD3B-9C47DBE8E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3304E-D139-4FF4-9C22-25EC261F12D6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EDCDC-DA50-E2F1-F6E7-983197DC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771ED-CAC5-FB60-A723-4AE263EC1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47CC-1489-4B09-9DBF-6ADD538914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946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A6D9-85A8-8EF0-E0BB-AAC181FB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DC4B4-2E90-D3C4-B2D9-1B6EED11F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AA358-6FFA-0BFF-FED0-62956DE11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67FC60-2E51-DBB6-4F36-F83707179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C04C3-4840-6E82-1F2B-4338C0272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ACFDD-419D-CF03-A4C6-09DE7F592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3304E-D139-4FF4-9C22-25EC261F12D6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B0A8D-ED9E-EF8A-8F4A-0DEF9107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BD409A-1764-D35A-C4D3-8338297E1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47CC-1489-4B09-9DBF-6ADD538914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3035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35A06-E610-5A08-A692-8FC8AAAA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51841C-1FDD-5334-ED8E-82E474FA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3304E-D139-4FF4-9C22-25EC261F12D6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3E999-C07C-F6AA-1A56-25272383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34FEC-1136-6B75-48D8-689EC7FFB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47CC-1489-4B09-9DBF-6ADD538914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923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F55039-6338-2FE7-F587-9F44A086E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3304E-D139-4FF4-9C22-25EC261F12D6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CE149E-A5E4-D252-7699-C253F9FFE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33455-1CA9-3400-0386-D5621956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47CC-1489-4B09-9DBF-6ADD538914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7394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A75E-6EF7-2EE3-4C74-80265E9D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E3685-0897-AA7F-7D2C-55821EDA2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CAD39-868D-807A-A508-A8F266314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E08DF-2657-F018-DBD9-A9F8ADD01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3304E-D139-4FF4-9C22-25EC261F12D6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3936A-9A7F-3D84-4358-E270B6C04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264F7-2B5C-A8B9-7D80-557127C00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47CC-1489-4B09-9DBF-6ADD538914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218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44672-CDD8-247B-E2E2-039EEC07A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0517F-C1C4-7CFD-F5E1-531D8A546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0ABB6-BAF5-BA3A-575D-CCE352846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CFA9B-806F-49ED-CA79-3F2AE27B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3304E-D139-4FF4-9C22-25EC261F12D6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EB3D1-E1E3-C78B-6E66-D315D9806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09753-B00C-5A48-0758-E5B51AAF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47CC-1489-4B09-9DBF-6ADD538914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6566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114B4-6270-403F-29A9-13D41A70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BB852-03D7-EDF1-A6D5-A5A8981F6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F6C2B-6C3F-17D0-105D-9D9D9AC8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3304E-D139-4FF4-9C22-25EC261F12D6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9BEF1-27A3-7EF3-779F-D24AEB624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A8A49-4032-6DDA-D8D2-22E689B4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47CC-1489-4B09-9DBF-6ADD538914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834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C62CE-478B-55BE-9D33-21EF55F60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13738-5218-974C-08CA-BE013D3E5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03068-E37B-24F5-32AF-3418BAC6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3304E-D139-4FF4-9C22-25EC261F12D6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808B8-477F-4965-050D-A207FBF2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6B4B9-5922-3078-E0E7-132A0872B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47CC-1489-4B09-9DBF-6ADD538914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914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FC3E1D-ADFE-6E50-A00F-98BD0B3E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E7A2A-7AC8-D57F-D813-7B5DE5615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82EBA-818E-2345-5E34-059A6CBF1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3304E-D139-4FF4-9C22-25EC261F12D6}" type="datetimeFigureOut">
              <a:rPr lang="en-ID" smtClean="0"/>
              <a:t>10/07/2026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7D1F8-B516-487F-314E-C6A85DCD6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7BE0-B027-2C6E-E13F-D0013EC30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547CC-1489-4B09-9DBF-6ADD538914A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084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InsYRkBfSghdxn4YS5D6CIzd7B4bHMC6?usp=sharing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C266A-38FC-2904-7DDC-F8B897F72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65163"/>
            <a:ext cx="9144000" cy="66410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Montserrat" panose="00000500000000000000" pitchFamily="2" charset="0"/>
              </a:rPr>
              <a:t>PROSES PENGUMPULAN  PROJECT</a:t>
            </a:r>
            <a:endParaRPr lang="en-ID" sz="3600" b="1" dirty="0">
              <a:latin typeface="Montserrat" panose="00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B7E1C-2C04-CD04-795D-B6F215939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70000" lnSpcReduction="20000"/>
          </a:bodyPr>
          <a:lstStyle/>
          <a:p>
            <a:pPr marL="457200" indent="-457200" algn="l">
              <a:buAutoNum type="arabicPeriod"/>
            </a:pPr>
            <a:r>
              <a:rPr lang="en-US" dirty="0" err="1"/>
              <a:t>Buat</a:t>
            </a:r>
            <a:r>
              <a:rPr lang="en-US" dirty="0"/>
              <a:t> video </a:t>
            </a:r>
            <a:r>
              <a:rPr lang="en-US" dirty="0" err="1"/>
              <a:t>presentasi</a:t>
            </a:r>
            <a:r>
              <a:rPr lang="en-US" dirty="0"/>
              <a:t> yang </a:t>
            </a:r>
            <a:r>
              <a:rPr lang="en-US" dirty="0" err="1"/>
              <a:t>menjelaskan</a:t>
            </a:r>
            <a:r>
              <a:rPr lang="en-US" dirty="0"/>
              <a:t> program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keseluruhan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menu, </a:t>
            </a:r>
            <a:r>
              <a:rPr lang="en-US" dirty="0" err="1"/>
              <a:t>fitur</a:t>
            </a:r>
            <a:r>
              <a:rPr lang="en-US" dirty="0"/>
              <a:t>, </a:t>
            </a:r>
            <a:r>
              <a:rPr lang="en-US" dirty="0" err="1"/>
              <a:t>tombol</a:t>
            </a:r>
            <a:r>
              <a:rPr lang="en-US" dirty="0"/>
              <a:t> </a:t>
            </a:r>
            <a:r>
              <a:rPr lang="en-US" dirty="0" err="1"/>
              <a:t>dsb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zoom meeting </a:t>
            </a:r>
            <a:r>
              <a:rPr lang="en-US" dirty="0" err="1"/>
              <a:t>dengan</a:t>
            </a:r>
            <a:r>
              <a:rPr lang="en-US" dirty="0"/>
              <a:t> masing-masing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yang </a:t>
            </a:r>
            <a:r>
              <a:rPr lang="en-US" dirty="0" err="1"/>
              <a:t>dikerjakan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kelompoknya</a:t>
            </a:r>
            <a:r>
              <a:rPr lang="en-US" dirty="0"/>
              <a:t>.</a:t>
            </a:r>
          </a:p>
          <a:p>
            <a:pPr marL="457200" indent="-457200" algn="l">
              <a:buAutoNum type="arabicPeriod"/>
            </a:pPr>
            <a:r>
              <a:rPr lang="en-US" dirty="0"/>
              <a:t>Video </a:t>
            </a:r>
            <a:r>
              <a:rPr lang="en-US" dirty="0" err="1"/>
              <a:t>presentasi</a:t>
            </a:r>
            <a:r>
              <a:rPr lang="en-US" dirty="0"/>
              <a:t>, program dan </a:t>
            </a:r>
            <a:r>
              <a:rPr lang="en-US" dirty="0" err="1"/>
              <a:t>naskah</a:t>
            </a:r>
            <a:r>
              <a:rPr lang="en-US" dirty="0"/>
              <a:t> </a:t>
            </a:r>
            <a:r>
              <a:rPr lang="en-US" dirty="0" err="1"/>
              <a:t>dikumpulkan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1 folder dan </a:t>
            </a:r>
            <a:r>
              <a:rPr lang="en-US" dirty="0" err="1"/>
              <a:t>diupload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gdrive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https://drive.google.com/drive/folders/1InsYRkBfSghdxn4YS5D6CIzd7B4bHMC6?usp=sharing</a:t>
            </a:r>
            <a:endParaRPr lang="en-US" dirty="0"/>
          </a:p>
          <a:p>
            <a:pPr marL="457200" indent="-457200" algn="l">
              <a:buAutoNum type="arabicPeriod"/>
            </a:pPr>
            <a:r>
              <a:rPr lang="en-ID" dirty="0"/>
              <a:t>Batas </a:t>
            </a:r>
            <a:r>
              <a:rPr lang="en-ID" dirty="0" err="1"/>
              <a:t>akhir</a:t>
            </a:r>
            <a:r>
              <a:rPr lang="en-ID" dirty="0"/>
              <a:t> upload : </a:t>
            </a:r>
            <a:r>
              <a:rPr lang="en-ID" dirty="0" err="1"/>
              <a:t>Minggu</a:t>
            </a:r>
            <a:r>
              <a:rPr lang="en-ID" dirty="0"/>
              <a:t>, 19 Juli 2026 jam 00.00 (Sabtu </a:t>
            </a:r>
            <a:r>
              <a:rPr lang="en-ID" dirty="0" err="1"/>
              <a:t>malam</a:t>
            </a:r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99703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Office Theme</vt:lpstr>
      <vt:lpstr>PROSES PENGUMPULAN 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Sandhi Prajaka</dc:creator>
  <cp:lastModifiedBy>Sandhi Prajaka</cp:lastModifiedBy>
  <cp:revision>1</cp:revision>
  <dcterms:created xsi:type="dcterms:W3CDTF">2026-07-10T15:07:39Z</dcterms:created>
  <dcterms:modified xsi:type="dcterms:W3CDTF">2026-07-10T15:07:49Z</dcterms:modified>
</cp:coreProperties>
</file>